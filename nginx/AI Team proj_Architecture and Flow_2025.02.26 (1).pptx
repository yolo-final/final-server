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8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FE3C-76F9-FEF8-BD78-39AAA8574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C8739-E347-A1F2-09F8-975CB7A4B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03A82-B6CD-2558-F3BD-4EE37CE2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619E6-4308-C731-ECEB-D2BFFE57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F6FDE-50FE-4534-F6E5-8C05C29A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4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606C-6A1E-35ED-A0AD-A47EC678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AA510-ECBF-0AE7-ACAA-17359AE74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49DB-E8AD-15BA-289C-57694D37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FC3F6-378D-5BE3-1B76-8DCA075D3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2A017-D2CC-43E3-8D95-3DD5FE13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27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BFF5-76CC-D9D5-12AF-8417C96C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5CB7D-8998-30EC-C93B-BF198BB63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58AF1-73E3-7245-C5F4-0723ECEB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7B4FE-7360-D597-4AB3-BFA0C3B6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8F1EA-74F2-6CAA-50DD-BC2D4DBC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40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A66A-F6D5-4733-2A1A-E6EF935D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ACD0A-37CD-D8D2-1AFF-B510C569D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9E3B5-7304-5CCC-5324-F4199C238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B943F-8523-04FB-A7C6-58253FB0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EB43E-8307-5009-F02D-ACE7A91B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4B889-3E14-DD68-DBD3-17B28B3D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7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5D85-5EE8-EC52-2492-20A29917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D1533-176F-5242-264A-7CDAD0808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A5D00-E24F-897C-E70F-847A4F88A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5BB92-3486-3E94-8E8A-BB12023E0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49FC8-2543-8AC5-2629-DC0CAD84D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78952-0986-FD48-0433-86DEBDE5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2A4F5-7BE8-8B76-7938-133DE096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41F1B-2BCA-FE72-358A-1A582878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18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3BCA-715D-A476-3DED-54866778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D861E-E017-F913-0D42-A8449612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30A7D-5197-0C9A-14B2-8EFF0B07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1E830-4CB2-3EB9-A7B1-F28CBCD9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07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81DBA-A139-45AE-7927-74D381C1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DEE74-47C4-7BAF-C453-D9BC0EE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133E8-8663-0376-114A-F2276400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7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EF13-7DF4-EFBE-1127-461DF72F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94AB-ADC6-BDA2-FAFF-B54428CB8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93A11-C17F-FC06-9ECD-2C4D51576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AD87-ED98-CAE4-003F-F3662033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EB9AB-7D34-7FF2-E49C-90FC2E7F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2F63E-362A-3667-9122-EA83F96E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30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CD25-5937-E69B-DEC8-C3B00BCB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B7EAF-61D8-33FB-3AB0-6F43538DC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EFAD0-F607-EF16-70A1-ACEC9E79D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21CDF-83E4-CFC4-AF3E-1898D69C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5C09B-E53A-DE97-4991-55C3BE32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FECC-34C2-135C-5D68-916C1701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90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DBE4-4B83-8A96-3F81-19811A57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F0D4A-D24E-751D-C1E7-7E5B4A87A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A33E3-0EB9-EAF4-87AD-8CD989EE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E9F4D-07D7-3F2D-F67C-FD8E58A8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CEE64-29A4-B176-D4D3-0C1F647B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34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653431-8E16-6B6A-0315-9D660A963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A7E16-DE2A-0C74-CDAA-82412AC5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9CE3E-F0E6-1695-5C5A-BA9C25E3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B7B48-58D6-6628-B2BD-1AE30606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C12DF-20D6-99E7-0672-78927773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20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DB0D3-5BD6-291A-A36E-18483D79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C2573-EE74-0634-6DEB-EC59E3298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3E8AE-BF5E-44C0-6F86-AFE9AD029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E08CF-86C0-4DEB-B61B-42974B213F3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D38C2-E6F3-B02F-E060-6C7812C2A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84CFC-3EA1-F9D0-0A9E-E683F4C19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B16AC-C086-4737-99C0-1F95CFC93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47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AF7DD4-0D2C-EBE6-C13C-4A6AF59FC5A8}"/>
              </a:ext>
            </a:extLst>
          </p:cNvPr>
          <p:cNvSpPr/>
          <p:nvPr/>
        </p:nvSpPr>
        <p:spPr>
          <a:xfrm>
            <a:off x="1467500" y="1201314"/>
            <a:ext cx="9598970" cy="5531995"/>
          </a:xfrm>
          <a:prstGeom prst="roundRect">
            <a:avLst>
              <a:gd name="adj" fmla="val 207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E8EEF1-82D9-A8BC-1985-F006162C6555}"/>
              </a:ext>
            </a:extLst>
          </p:cNvPr>
          <p:cNvSpPr/>
          <p:nvPr/>
        </p:nvSpPr>
        <p:spPr>
          <a:xfrm>
            <a:off x="5102057" y="1540312"/>
            <a:ext cx="5758490" cy="3353171"/>
          </a:xfrm>
          <a:prstGeom prst="roundRect">
            <a:avLst>
              <a:gd name="adj" fmla="val 2915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78EF3C-48EC-84E0-5D44-B098C431A4A4}"/>
              </a:ext>
            </a:extLst>
          </p:cNvPr>
          <p:cNvSpPr/>
          <p:nvPr/>
        </p:nvSpPr>
        <p:spPr>
          <a:xfrm>
            <a:off x="2060746" y="1575995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F893F2-D624-7A17-D31A-4E28E787B682}"/>
              </a:ext>
            </a:extLst>
          </p:cNvPr>
          <p:cNvSpPr/>
          <p:nvPr/>
        </p:nvSpPr>
        <p:spPr>
          <a:xfrm>
            <a:off x="2051825" y="2211612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Configuration</a:t>
            </a:r>
            <a:endParaRPr lang="ko-KR" alt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D5AF49-E6C4-5A50-4401-554B1CFF2638}"/>
              </a:ext>
            </a:extLst>
          </p:cNvPr>
          <p:cNvSpPr/>
          <p:nvPr/>
        </p:nvSpPr>
        <p:spPr>
          <a:xfrm>
            <a:off x="2060746" y="2928266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Inspection</a:t>
            </a:r>
            <a:endParaRPr lang="ko-KR" alt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34C56D-CF29-1B7C-833B-FE71911765DA}"/>
              </a:ext>
            </a:extLst>
          </p:cNvPr>
          <p:cNvSpPr/>
          <p:nvPr/>
        </p:nvSpPr>
        <p:spPr>
          <a:xfrm>
            <a:off x="2060746" y="3624474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Manual Test</a:t>
            </a:r>
            <a:endParaRPr lang="ko-KR" alt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F3AA9A-5EF9-23AB-2366-A1E9FCE0A7D6}"/>
              </a:ext>
            </a:extLst>
          </p:cNvPr>
          <p:cNvSpPr/>
          <p:nvPr/>
        </p:nvSpPr>
        <p:spPr>
          <a:xfrm>
            <a:off x="2051825" y="4416210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IoT Connection</a:t>
            </a:r>
            <a:endParaRPr lang="ko-KR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4BC57F-B460-9702-1F86-61FFCB7BC0D3}"/>
              </a:ext>
            </a:extLst>
          </p:cNvPr>
          <p:cNvSpPr/>
          <p:nvPr/>
        </p:nvSpPr>
        <p:spPr>
          <a:xfrm>
            <a:off x="2060746" y="5009085"/>
            <a:ext cx="8799801" cy="748988"/>
          </a:xfrm>
          <a:prstGeom prst="roundRect">
            <a:avLst>
              <a:gd name="adj" fmla="val 1110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ChatBot</a:t>
            </a:r>
            <a:r>
              <a:rPr lang="en-US" altLang="ko-KR" dirty="0"/>
              <a:t> Display</a:t>
            </a:r>
            <a:endParaRPr lang="ko-KR" alt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CC50B1-6DAA-424A-CA2A-4EB470E4D33E}"/>
              </a:ext>
            </a:extLst>
          </p:cNvPr>
          <p:cNvSpPr/>
          <p:nvPr/>
        </p:nvSpPr>
        <p:spPr>
          <a:xfrm>
            <a:off x="2051825" y="5811416"/>
            <a:ext cx="8799801" cy="748988"/>
          </a:xfrm>
          <a:prstGeom prst="roundRect">
            <a:avLst>
              <a:gd name="adj" fmla="val 1110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Ask Window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3331A6-8F46-4E7F-8AFE-2E0CB2ECE809}"/>
              </a:ext>
            </a:extLst>
          </p:cNvPr>
          <p:cNvSpPr/>
          <p:nvPr/>
        </p:nvSpPr>
        <p:spPr>
          <a:xfrm>
            <a:off x="0" y="0"/>
            <a:ext cx="12192000" cy="95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    System Flow -1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609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42CA1E-FE11-0100-48F9-6A8ED8A95E74}"/>
              </a:ext>
            </a:extLst>
          </p:cNvPr>
          <p:cNvSpPr/>
          <p:nvPr/>
        </p:nvSpPr>
        <p:spPr>
          <a:xfrm>
            <a:off x="1181176" y="1145886"/>
            <a:ext cx="9598970" cy="5541241"/>
          </a:xfrm>
          <a:prstGeom prst="roundRect">
            <a:avLst>
              <a:gd name="adj" fmla="val 347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AF337A-4AB2-BC91-0C6F-88F7D15915B3}"/>
              </a:ext>
            </a:extLst>
          </p:cNvPr>
          <p:cNvSpPr/>
          <p:nvPr/>
        </p:nvSpPr>
        <p:spPr>
          <a:xfrm>
            <a:off x="4815733" y="1484884"/>
            <a:ext cx="5758490" cy="3353171"/>
          </a:xfrm>
          <a:prstGeom prst="roundRect">
            <a:avLst>
              <a:gd name="adj" fmla="val 2915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94408D-6B22-A2F1-0DB2-DC39C3BD7484}"/>
              </a:ext>
            </a:extLst>
          </p:cNvPr>
          <p:cNvSpPr/>
          <p:nvPr/>
        </p:nvSpPr>
        <p:spPr>
          <a:xfrm>
            <a:off x="1774422" y="1520567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BE27C0-2D3E-F528-81C2-DB0C1E96F098}"/>
              </a:ext>
            </a:extLst>
          </p:cNvPr>
          <p:cNvSpPr/>
          <p:nvPr/>
        </p:nvSpPr>
        <p:spPr>
          <a:xfrm>
            <a:off x="1765501" y="2165104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Configuration</a:t>
            </a:r>
            <a:endParaRPr lang="ko-KR" alt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FE0889-84FC-0B77-176A-311D27C0E0E7}"/>
              </a:ext>
            </a:extLst>
          </p:cNvPr>
          <p:cNvSpPr/>
          <p:nvPr/>
        </p:nvSpPr>
        <p:spPr>
          <a:xfrm>
            <a:off x="1774422" y="2872838"/>
            <a:ext cx="2465907" cy="477273"/>
          </a:xfrm>
          <a:prstGeom prst="roundRect">
            <a:avLst>
              <a:gd name="adj" fmla="val 11108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Inspection</a:t>
            </a:r>
            <a:endParaRPr lang="ko-KR" alt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C0A03C-1DFA-A858-8663-0758DB960632}"/>
              </a:ext>
            </a:extLst>
          </p:cNvPr>
          <p:cNvSpPr/>
          <p:nvPr/>
        </p:nvSpPr>
        <p:spPr>
          <a:xfrm>
            <a:off x="1774422" y="3569046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Manual Test</a:t>
            </a:r>
            <a:endParaRPr lang="ko-KR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EFE058-576F-8BF0-3816-51126427995A}"/>
              </a:ext>
            </a:extLst>
          </p:cNvPr>
          <p:cNvSpPr/>
          <p:nvPr/>
        </p:nvSpPr>
        <p:spPr>
          <a:xfrm>
            <a:off x="1765501" y="4360782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IoT Connection</a:t>
            </a:r>
            <a:endParaRPr lang="ko-KR" alt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838474-0988-EAF9-48A2-B0B76D50B112}"/>
              </a:ext>
            </a:extLst>
          </p:cNvPr>
          <p:cNvSpPr/>
          <p:nvPr/>
        </p:nvSpPr>
        <p:spPr>
          <a:xfrm>
            <a:off x="4968133" y="1637284"/>
            <a:ext cx="3925227" cy="3054691"/>
          </a:xfrm>
          <a:prstGeom prst="roundRect">
            <a:avLst>
              <a:gd name="adj" fmla="val 2915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CAM Display</a:t>
            </a:r>
            <a:endParaRPr lang="ko-KR" alt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568420-EC61-1EF3-E723-4DC64AF98DC3}"/>
              </a:ext>
            </a:extLst>
          </p:cNvPr>
          <p:cNvSpPr/>
          <p:nvPr/>
        </p:nvSpPr>
        <p:spPr>
          <a:xfrm>
            <a:off x="9129205" y="1637284"/>
            <a:ext cx="1292429" cy="423748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2516D0-F97F-F7AE-6D27-BF7F9FE5F82F}"/>
              </a:ext>
            </a:extLst>
          </p:cNvPr>
          <p:cNvSpPr/>
          <p:nvPr/>
        </p:nvSpPr>
        <p:spPr>
          <a:xfrm>
            <a:off x="9145747" y="2213432"/>
            <a:ext cx="1292429" cy="423748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Stop</a:t>
            </a:r>
            <a:endParaRPr lang="ko-KR" alt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7BC0F2-115F-356A-C497-F2A74A75527C}"/>
              </a:ext>
            </a:extLst>
          </p:cNvPr>
          <p:cNvSpPr/>
          <p:nvPr/>
        </p:nvSpPr>
        <p:spPr>
          <a:xfrm>
            <a:off x="9145746" y="3063897"/>
            <a:ext cx="1292429" cy="1628077"/>
          </a:xfrm>
          <a:prstGeom prst="roundRect">
            <a:avLst>
              <a:gd name="adj" fmla="val 83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OK : ??</a:t>
            </a:r>
          </a:p>
          <a:p>
            <a:pPr algn="ctr"/>
            <a:r>
              <a:rPr lang="en-US" altLang="ko-KR" dirty="0"/>
              <a:t>NG : ??</a:t>
            </a:r>
          </a:p>
        </p:txBody>
      </p:sp>
      <p:sp>
        <p:nvSpPr>
          <p:cNvPr id="17" name="Rectangle: Rounded Corners 13">
            <a:extLst>
              <a:ext uri="{FF2B5EF4-FFF2-40B4-BE49-F238E27FC236}">
                <a16:creationId xmlns:a16="http://schemas.microsoft.com/office/drawing/2014/main" id="{9F055937-EC51-41F9-A95F-5A2445527A57}"/>
              </a:ext>
            </a:extLst>
          </p:cNvPr>
          <p:cNvSpPr/>
          <p:nvPr/>
        </p:nvSpPr>
        <p:spPr>
          <a:xfrm>
            <a:off x="1774422" y="4953657"/>
            <a:ext cx="8799801" cy="748988"/>
          </a:xfrm>
          <a:prstGeom prst="roundRect">
            <a:avLst>
              <a:gd name="adj" fmla="val 1110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ChatBot</a:t>
            </a:r>
            <a:r>
              <a:rPr lang="en-US" altLang="ko-KR" dirty="0"/>
              <a:t> Display</a:t>
            </a:r>
            <a:endParaRPr lang="ko-KR" altLang="en-US" dirty="0"/>
          </a:p>
        </p:txBody>
      </p:sp>
      <p:sp>
        <p:nvSpPr>
          <p:cNvPr id="20" name="Rectangle: Rounded Corners 14">
            <a:extLst>
              <a:ext uri="{FF2B5EF4-FFF2-40B4-BE49-F238E27FC236}">
                <a16:creationId xmlns:a16="http://schemas.microsoft.com/office/drawing/2014/main" id="{A99EB711-CBAE-440E-A1C3-2B73FCD448FB}"/>
              </a:ext>
            </a:extLst>
          </p:cNvPr>
          <p:cNvSpPr/>
          <p:nvPr/>
        </p:nvSpPr>
        <p:spPr>
          <a:xfrm>
            <a:off x="1765501" y="5755988"/>
            <a:ext cx="8799801" cy="748988"/>
          </a:xfrm>
          <a:prstGeom prst="roundRect">
            <a:avLst>
              <a:gd name="adj" fmla="val 1110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Ask Window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C764F3-5BCB-4D28-9CBD-B7CFBD2517A2}"/>
              </a:ext>
            </a:extLst>
          </p:cNvPr>
          <p:cNvSpPr/>
          <p:nvPr/>
        </p:nvSpPr>
        <p:spPr>
          <a:xfrm>
            <a:off x="0" y="0"/>
            <a:ext cx="12192000" cy="95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    System Flow - 4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818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649F-64B2-272D-F9AE-F43A3F5D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3191C4-099C-B909-7976-2DB8D7761814}"/>
              </a:ext>
            </a:extLst>
          </p:cNvPr>
          <p:cNvSpPr/>
          <p:nvPr/>
        </p:nvSpPr>
        <p:spPr>
          <a:xfrm>
            <a:off x="1273536" y="1090471"/>
            <a:ext cx="9598970" cy="5532002"/>
          </a:xfrm>
          <a:prstGeom prst="roundRect">
            <a:avLst>
              <a:gd name="adj" fmla="val 347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2E5BF0-7184-C7E6-4D43-A89F9416D61B}"/>
              </a:ext>
            </a:extLst>
          </p:cNvPr>
          <p:cNvSpPr/>
          <p:nvPr/>
        </p:nvSpPr>
        <p:spPr>
          <a:xfrm>
            <a:off x="4908093" y="1429469"/>
            <a:ext cx="5758490" cy="3353171"/>
          </a:xfrm>
          <a:prstGeom prst="roundRect">
            <a:avLst>
              <a:gd name="adj" fmla="val 2915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A3B7A4-55F7-7C39-45B5-025E8603A58C}"/>
              </a:ext>
            </a:extLst>
          </p:cNvPr>
          <p:cNvSpPr/>
          <p:nvPr/>
        </p:nvSpPr>
        <p:spPr>
          <a:xfrm>
            <a:off x="1866782" y="1465152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C54F27-0E7B-7AC2-CD81-CEACDB553E77}"/>
              </a:ext>
            </a:extLst>
          </p:cNvPr>
          <p:cNvSpPr/>
          <p:nvPr/>
        </p:nvSpPr>
        <p:spPr>
          <a:xfrm>
            <a:off x="1857861" y="2078469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Configuration</a:t>
            </a:r>
            <a:endParaRPr lang="ko-KR" alt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76A280-C223-5A0D-1FED-3FC2DDC561C6}"/>
              </a:ext>
            </a:extLst>
          </p:cNvPr>
          <p:cNvSpPr/>
          <p:nvPr/>
        </p:nvSpPr>
        <p:spPr>
          <a:xfrm>
            <a:off x="1866782" y="2817423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Inspection</a:t>
            </a:r>
            <a:endParaRPr lang="ko-KR" alt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9AC9DC-F7B4-C139-1D50-63DE933B79B2}"/>
              </a:ext>
            </a:extLst>
          </p:cNvPr>
          <p:cNvSpPr/>
          <p:nvPr/>
        </p:nvSpPr>
        <p:spPr>
          <a:xfrm>
            <a:off x="1866782" y="3513631"/>
            <a:ext cx="2465907" cy="477273"/>
          </a:xfrm>
          <a:prstGeom prst="roundRect">
            <a:avLst>
              <a:gd name="adj" fmla="val 11108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Manual Test</a:t>
            </a:r>
            <a:endParaRPr lang="ko-KR" alt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29C4CE-22D2-EB71-AFB4-F69AB80F9FA5}"/>
              </a:ext>
            </a:extLst>
          </p:cNvPr>
          <p:cNvSpPr/>
          <p:nvPr/>
        </p:nvSpPr>
        <p:spPr>
          <a:xfrm>
            <a:off x="1857861" y="4305367"/>
            <a:ext cx="2465907" cy="477273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IoT Connection</a:t>
            </a:r>
            <a:endParaRPr lang="ko-KR" alt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A39013-7C9D-2854-6C0D-AA308D5CC7D3}"/>
              </a:ext>
            </a:extLst>
          </p:cNvPr>
          <p:cNvSpPr/>
          <p:nvPr/>
        </p:nvSpPr>
        <p:spPr>
          <a:xfrm>
            <a:off x="5060493" y="1581869"/>
            <a:ext cx="3925227" cy="3054691"/>
          </a:xfrm>
          <a:prstGeom prst="roundRect">
            <a:avLst>
              <a:gd name="adj" fmla="val 2915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CAM or Image</a:t>
            </a:r>
            <a:endParaRPr lang="ko-KR" alt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728C47-0A38-3800-9EFE-7A39211D8A53}"/>
              </a:ext>
            </a:extLst>
          </p:cNvPr>
          <p:cNvSpPr/>
          <p:nvPr/>
        </p:nvSpPr>
        <p:spPr>
          <a:xfrm>
            <a:off x="9221565" y="1581869"/>
            <a:ext cx="1292429" cy="423748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B74D18-C000-96BF-1E0D-4DE39043B9DE}"/>
              </a:ext>
            </a:extLst>
          </p:cNvPr>
          <p:cNvSpPr/>
          <p:nvPr/>
        </p:nvSpPr>
        <p:spPr>
          <a:xfrm>
            <a:off x="9238107" y="2158017"/>
            <a:ext cx="1292429" cy="423748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Stop</a:t>
            </a:r>
            <a:endParaRPr lang="ko-KR" alt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6724EA-B83C-17D8-C7EA-CF56E1CEE068}"/>
              </a:ext>
            </a:extLst>
          </p:cNvPr>
          <p:cNvSpPr/>
          <p:nvPr/>
        </p:nvSpPr>
        <p:spPr>
          <a:xfrm>
            <a:off x="9238106" y="3711753"/>
            <a:ext cx="1292429" cy="924806"/>
          </a:xfrm>
          <a:prstGeom prst="roundRect">
            <a:avLst>
              <a:gd name="adj" fmla="val 83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OK : ??</a:t>
            </a:r>
          </a:p>
          <a:p>
            <a:pPr algn="ctr"/>
            <a:r>
              <a:rPr lang="en-US" altLang="ko-KR" dirty="0"/>
              <a:t>NG : ??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95087D6-9E71-309F-814D-386F7D713A96}"/>
              </a:ext>
            </a:extLst>
          </p:cNvPr>
          <p:cNvSpPr/>
          <p:nvPr/>
        </p:nvSpPr>
        <p:spPr>
          <a:xfrm>
            <a:off x="9238106" y="2906632"/>
            <a:ext cx="1292429" cy="423748"/>
          </a:xfrm>
          <a:prstGeom prst="roundRect">
            <a:avLst>
              <a:gd name="adj" fmla="val 111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Load</a:t>
            </a:r>
            <a:endParaRPr lang="ko-KR" altLang="en-US" dirty="0"/>
          </a:p>
        </p:txBody>
      </p:sp>
      <p:sp>
        <p:nvSpPr>
          <p:cNvPr id="17" name="Rectangle: Rounded Corners 13">
            <a:extLst>
              <a:ext uri="{FF2B5EF4-FFF2-40B4-BE49-F238E27FC236}">
                <a16:creationId xmlns:a16="http://schemas.microsoft.com/office/drawing/2014/main" id="{D963ABAC-0821-4DDE-83A6-0A84EFEE695D}"/>
              </a:ext>
            </a:extLst>
          </p:cNvPr>
          <p:cNvSpPr/>
          <p:nvPr/>
        </p:nvSpPr>
        <p:spPr>
          <a:xfrm>
            <a:off x="1866782" y="4898242"/>
            <a:ext cx="8799801" cy="748988"/>
          </a:xfrm>
          <a:prstGeom prst="roundRect">
            <a:avLst>
              <a:gd name="adj" fmla="val 1110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ChatBot</a:t>
            </a:r>
            <a:r>
              <a:rPr lang="en-US" altLang="ko-KR" dirty="0"/>
              <a:t> Display</a:t>
            </a:r>
            <a:endParaRPr lang="ko-KR" altLang="en-US" dirty="0"/>
          </a:p>
        </p:txBody>
      </p:sp>
      <p:sp>
        <p:nvSpPr>
          <p:cNvPr id="22" name="Rectangle: Rounded Corners 14">
            <a:extLst>
              <a:ext uri="{FF2B5EF4-FFF2-40B4-BE49-F238E27FC236}">
                <a16:creationId xmlns:a16="http://schemas.microsoft.com/office/drawing/2014/main" id="{A0E6A93C-1862-4C82-AAE3-BC6633C1632D}"/>
              </a:ext>
            </a:extLst>
          </p:cNvPr>
          <p:cNvSpPr/>
          <p:nvPr/>
        </p:nvSpPr>
        <p:spPr>
          <a:xfrm>
            <a:off x="1857861" y="5700573"/>
            <a:ext cx="8799801" cy="748988"/>
          </a:xfrm>
          <a:prstGeom prst="roundRect">
            <a:avLst>
              <a:gd name="adj" fmla="val 1110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Ask Window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042323D-1DD0-4035-B185-64C8DD52C8A8}"/>
              </a:ext>
            </a:extLst>
          </p:cNvPr>
          <p:cNvSpPr/>
          <p:nvPr/>
        </p:nvSpPr>
        <p:spPr>
          <a:xfrm>
            <a:off x="0" y="0"/>
            <a:ext cx="12192000" cy="95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    System Flow - 5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97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73</Words>
  <Application>Microsoft Office PowerPoint</Application>
  <PresentationFormat>와이드스크린</PresentationFormat>
  <Paragraphs>35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Myung KH</dc:creator>
  <cp:lastModifiedBy>802-19</cp:lastModifiedBy>
  <cp:revision>23</cp:revision>
  <dcterms:created xsi:type="dcterms:W3CDTF">2026-02-25T13:58:18Z</dcterms:created>
  <dcterms:modified xsi:type="dcterms:W3CDTF">2026-03-09T03:23:49Z</dcterms:modified>
</cp:coreProperties>
</file>